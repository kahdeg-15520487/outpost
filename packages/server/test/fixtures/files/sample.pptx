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Advisories</c:v>
                </c:pt>
              </c:strCache>
            </c:strRef>
          </c:tx>
          <c:spPr>
            <a:solidFill>
              <a:srgbClr val="7C3AE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</c:v>
                </c:pt>
                <c:pt idx="1">
                  <c:v>9</c:v>
                </c:pt>
                <c:pt idx="2">
                  <c:v>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 for slide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Ingestion fixture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Themes, fonts and shapes survive the round trip.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B21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keep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3152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F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Theme fonts and colours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F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Structure and order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i="1" dirty="0">
                <a:solidFill>
                  <a:srgbClr val="1F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Tables, charts, images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B21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Advisories by service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54864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828800"/>
                <a:gridCol w="1463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Service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Owner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Count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Portal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Alice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12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Ingest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Bob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3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B21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Trend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188720"/>
          <a:ext cx="493776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280160"/>
            <a:ext cx="2194560" cy="8229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Georgi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Outpost ingestion fixture</dc:title>
  <dc:subject>PptxGenJS Presentation</dc:subject>
  <dc:creator>fixture generator</dc:creator>
  <cp:lastModifiedBy>fixture generator</cp:lastModifiedBy>
  <cp:revision>1</cp:revision>
  <dcterms:created xsi:type="dcterms:W3CDTF">2026-10-28T01:58:38Z</dcterms:created>
  <dcterms:modified xsi:type="dcterms:W3CDTF">2026-10-28T01:58:38Z</dcterms:modified>
</cp:coreProperties>
</file>